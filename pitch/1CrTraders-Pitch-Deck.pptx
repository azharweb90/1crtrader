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24304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1Cr Traders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310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ABOVE RISK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discipline-first trading platform for retail F&amp;O traders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Vision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Azhar Uddin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azharweb90@gmail.com   |  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Product. The Whole Discipline Loop.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 is a trading-discipline platform for retail F&amp;O traders — not a signals service, not a broker, and not another passive journaling app. It solves the single biggest reason retail traders lose money: undisciplined risk-taking in the moment, not a lack of information.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17296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2511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capital-tier risk engine sets a hard daily loss budget for every trader — automatically, from their own account size.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88036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17296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32511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manager and an automatic kill-switch / cooldown system physically stop overtrading in the moment.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88036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317296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432511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graded journal and a goals tracker keep every trader honest about what actually happened, and what's realistic next.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already built a complete, working web-app prototype covering this entire workflow, end to end — and we're now looking for the right people to build the rest of it with us.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F&amp;O Traders Are Losing Money — At a Worsening 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733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756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individual F&amp;O traders lost money in FY2024–25 (SEBI)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733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0756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₹1.05L Cr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net losses in FY2024–25 — up 41% year-on-year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733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5312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60120" y="5257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rate over FY2022–24, across ~96 lakh individual accounts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4251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73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45312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75120" y="5257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losses since FY22 — vs. only 2.2x growth in active traders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SEBI study on individual investors' F&amp;O trading (Sept 2024 update, FY25 data)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Buckets. None of Them Enforce Anything.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66928" cy="566928"/>
          </a:xfrm>
          <a:prstGeom prst="ellipse">
            <a:avLst/>
          </a:prstGeom>
          <a:solidFill>
            <a:srgbClr val="C53D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 Apps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execution only — they'll happily let a trader place an eleventh trade after ten straight losses.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21408"/>
            <a:ext cx="566928" cy="566928"/>
          </a:xfrm>
          <a:prstGeom prst="ellipse">
            <a:avLst/>
          </a:prstGeom>
          <a:solidFill>
            <a:srgbClr val="C53D2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/ Tip Services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 and often make discipline worse — someone else's “call” replaces the trader's own risk plan.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121408"/>
            <a:ext cx="566928" cy="566928"/>
          </a:xfrm>
          <a:prstGeom prst="ellipse">
            <a:avLst/>
          </a:prstGeom>
          <a:solidFill>
            <a:srgbClr val="C53D2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Journaling Apps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3375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and after-the-fact — they record what already happened; they don't stop anything from happening.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1F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physically stop a trader from placing the next trade — that's the gap 1Cr Traders fills.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Tiered Risk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trader's risk budget should be set by their capital — not by their emotions in the moment.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trader is placed into one of 12 capital sub-tiers (grouped into 4 broad tiers). Each sub-tier carries a fixed max daily loss %, a hard rupee cap, and a lot allowance that only grows with real balance growth — never on a trader's own say-so.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337560"/>
            <a:ext cx="256032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₹25,000+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599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5–7% max daily loss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6432" y="333756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333756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₹1,00,000+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39312" y="4599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9312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2–4% max daily loss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2784" y="333756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3337560"/>
            <a:ext cx="25603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₹5,00,000+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55664" y="4599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55664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max daily loss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89136" y="333756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89136" y="3337560"/>
            <a:ext cx="2560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9089136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72016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₹10,00,000+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272016" y="4599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72016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max daily loss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Limits — The Circuit Breaker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640080" cy="640080"/>
          </a:xfrm>
          <a:prstGeom prst="ellipse">
            <a:avLst/>
          </a:prstGeom>
          <a:solidFill>
            <a:srgbClr val="C53D2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Kill-switch at 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reaching the day's full max-loss budget ends the trading day immediately — no exceptions.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7688" y="228600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130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block at 75%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reaching three-quarters of the daily budget also ends the day, before the hole gets any deeper.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06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30-min cooldown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4480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outcome triggers an enforced pause before a second trade — persisted server-side, so it can't be dodged by refreshing.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79476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7688" y="420624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cap: 2 trades / day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480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option to “revenge trade” a loss away. Once both trades are done, the day is over.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AF1F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623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cooldown deadline is stored server-side — closing the tab or refreshing the page can't be used to dodge it.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Manager &amp; Trading Journal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2578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617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entry / stop-loss / target tracking for CE &amp; PE options positions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risk:reward ratio, shown throughout the trade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defined trailing stop-loss that locks in profit automatically as price moves in the trader's favor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emotional “just one more candle” decision entirely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28800"/>
            <a:ext cx="525780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Journal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617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Five-section post-trade review with a weighted checklist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letter-grade “report card” for every trade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/ monthly adherence tracker keeps journaling itself a habit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“needs journaling” queue so no trade goes unreviewed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Goals, Strategies &amp; Knowledge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(Goals)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trader sets their own profit target and deadline. Progress tracks real logged results day-by-day, with a live “average win needed per day” projection that keeps the goal honest.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filterable community strategy library — breakout, trend, reversal, options and more — with win-ratio data and trader ratings, plus a personal strategy builder gated by capital tier.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33172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Suggestions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703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video and reading library across Price Action, SMC, ICT, Risk Management and Trading Psychology, plus an always-on list of behavioral discipline reminders.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920240"/>
                <a:gridCol w="1920240"/>
                <a:gridCol w="19202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 Enforcement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Post-Trade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Accountability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Broker Apps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Signal / Tip Services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Journaling Apps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53D22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1Cr Traders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cover one slice of the loop. 1Cr Traders is the whole loop, enforced daily.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Status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fully designed web-app prototype — the entire trader workflow, built and working end to end: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13432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setup with automatic tier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25496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9806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balance, win rate, trades, P&amp;L, quick links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31012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Limits Tool — live kill-switch &amp; cooldown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82219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Manager — entry/SL/target, trailing stop-loss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313432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2860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Journal — graded, checklist-based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825496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279806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profit-goal tracking with deadline projection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33756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library &amp; personal strategy builder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3849624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82219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Area, Suggestions &amp; Account / Pricing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1F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frontend prototype today — broker connections are simulated. Built this way deliberately, to prove out the UX and the discipline mechanics before investing in backend and real broker infrastructure.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Pricing, By Capital 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scales with the trader's own capital tier — the price of the tool tracks the size of the account it's protecting. All tiers include a 20% discount on annual plans.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60320" cy="33832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₹625</a:t>
            </a:r>
            <a:pPr indent="0" marL="0">
              <a:buNone/>
            </a:pPr>
            <a:r>
              <a:rPr lang="en-US" sz="1300" dirty="0">
                <a:solidFill>
                  <a:srgbClr val="8A98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₹6,000/yr (20% off)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206240"/>
            <a:ext cx="2103120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₹25,000+ capital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6432" y="2423160"/>
            <a:ext cx="2560320" cy="33832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03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5032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₹1,250</a:t>
            </a:r>
            <a:pPr indent="0" marL="0">
              <a:buNone/>
            </a:pPr>
            <a:r>
              <a:rPr lang="en-US" sz="1300" dirty="0">
                <a:solidFill>
                  <a:srgbClr val="8A98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85032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₹12,000/yr (20% off)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85032" y="4206240"/>
            <a:ext cx="2103120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₹1,00,000+ capital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2423160"/>
            <a:ext cx="2560320" cy="3383280"/>
          </a:xfrm>
          <a:prstGeom prst="roundRect">
            <a:avLst>
              <a:gd name="adj" fmla="val 32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5400000">
              <a:srgbClr val="1E293B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92824" y="2221992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2221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0138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0138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₹2,500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01384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₹24,000/yr (20% off)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01384" y="4206240"/>
            <a:ext cx="2103120" cy="0"/>
          </a:xfrm>
          <a:prstGeom prst="line">
            <a:avLst/>
          </a:prstGeom>
          <a:noFill/>
          <a:ln w="12700">
            <a:solidFill>
              <a:srgbClr val="3B4A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₹5,00,000+ capital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89136" y="2423160"/>
            <a:ext cx="2560320" cy="3383280"/>
          </a:xfrm>
          <a:prstGeom prst="roundRect">
            <a:avLst>
              <a:gd name="adj" fmla="val 321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1773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1773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₹5,000</a:t>
            </a:r>
            <a:pPr indent="0" marL="0">
              <a:buNone/>
            </a:pPr>
            <a:r>
              <a:rPr lang="en-US" sz="1300" dirty="0">
                <a:solidFill>
                  <a:srgbClr val="8A98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317736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₹48,000/yr (20% off)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17736" y="4206240"/>
            <a:ext cx="2103120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7736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₹10,00,000+ capital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Growing, and Provably Underserved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733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F&amp;O trading accounts active in FY2023–24 (SEBI)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733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2402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67512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 in FY2024–25 alone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273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10149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traders is a potential subscriber — and the incentive is genuinely aligned. Every rupee 1Cr Traders helps a trader avoid losing is retained capital for them, not revenue extracted at their expense.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SEBI study on individual investors' F&amp;O trading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the Trader's Daily Default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40180" y="2606040"/>
            <a:ext cx="9308592" cy="0"/>
          </a:xfrm>
          <a:prstGeom prst="line">
            <a:avLst/>
          </a:prstGeom>
          <a:noFill/>
          <a:ln w="381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3876" y="24597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97180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3108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340156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370332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prototype complete — full discipline workflow, pricing model designed.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21024" y="24597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2784348" y="297180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94076" y="3108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94076" y="340156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94076" y="370332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broker API integrations (Kite, Upstox, Angel One) — automatic sync.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8172" y="24597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11496" y="297180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21224" y="3108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21224" y="340156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21224" y="370332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— the risk engine overlaying the trader's own broker terminal.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24597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7438644" y="297180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8372" y="3108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48372" y="340156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48372" y="370332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full parity, push alerts, on-the-go journaling.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602468" y="2459736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9765792" y="297180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EAF1FE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0" y="3108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75520" y="340156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75520" y="370332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layer every serious retail F&amp;O trader in India runs, broker-agnostic.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 With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people who want to build this with us — not just invest in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420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1546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real broker API integrations, browser extension, and mobile app.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5420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487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Design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45152" y="31546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trader experience as we move from prototype to real users.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52400" dist="38100" dir="5400000">
              <a:srgbClr val="1E29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25420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2560" y="2487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 &amp; Compliance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94192" y="31546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broker relationships and the regulatory groundwork real integrations require.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7731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₹[amount to be determined] — open to early investment alongside hands-on co-founders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1755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 integration &amp; compliance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&amp; mobile development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engineering / product hires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user acquisition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2430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Discipline Layer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Trading Needs.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 Traders — Reward Above Risk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Azhar Uddin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azharweb90@gmail.com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1Cr Traders — Product &amp; Vision Overview</dc:title>
  <dc:subject>PptxGenJS Presentation</dc:subject>
  <dc:creator>Mohammed Azhar Uddin</dc:creator>
  <cp:lastModifiedBy>Mohammed Azhar Uddin</cp:lastModifiedBy>
  <cp:revision>1</cp:revision>
  <dcterms:created xsi:type="dcterms:W3CDTF">2026-07-05T19:21:36Z</dcterms:created>
  <dcterms:modified xsi:type="dcterms:W3CDTF">2026-07-05T19:21:36Z</dcterms:modified>
</cp:coreProperties>
</file>